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6"/>
  </p:notesMasterIdLst>
  <p:sldIdLst>
    <p:sldId id="256" r:id="rId2"/>
    <p:sldId id="257" r:id="rId3"/>
    <p:sldId id="274" r:id="rId4"/>
    <p:sldId id="26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425F0-E1C8-49C4-B03A-7B46AB55331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C0ED3D-CAC6-45CF-BEF2-E20824CBB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38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452A-BD23-4A84-9CB2-9E101FA80CE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15BCC-8BEB-49DF-9A98-89A8D8D10FB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756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452A-BD23-4A84-9CB2-9E101FA80CE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15BCC-8BEB-49DF-9A98-89A8D8D10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13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452A-BD23-4A84-9CB2-9E101FA80CE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15BCC-8BEB-49DF-9A98-89A8D8D10FB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314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452A-BD23-4A84-9CB2-9E101FA80CE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15BCC-8BEB-49DF-9A98-89A8D8D10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3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452A-BD23-4A84-9CB2-9E101FA80CE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15BCC-8BEB-49DF-9A98-89A8D8D10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2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452A-BD23-4A84-9CB2-9E101FA80CE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15BCC-8BEB-49DF-9A98-89A8D8D10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4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452A-BD23-4A84-9CB2-9E101FA80CE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15BCC-8BEB-49DF-9A98-89A8D8D10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41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06F452A-BD23-4A84-9CB2-9E101FA80CE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315BCC-8BEB-49DF-9A98-89A8D8D10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4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452A-BD23-4A84-9CB2-9E101FA80CE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15BCC-8BEB-49DF-9A98-89A8D8D10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95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452A-BD23-4A84-9CB2-9E101FA80CE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15BCC-8BEB-49DF-9A98-89A8D8D10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92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452A-BD23-4A84-9CB2-9E101FA80CE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15BCC-8BEB-49DF-9A98-89A8D8D10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18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06F452A-BD23-4A84-9CB2-9E101FA80CE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4315BCC-8BEB-49DF-9A98-89A8D8D10FB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53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867023-CAE2-BF27-C6CE-FCDB922F0C60}"/>
              </a:ext>
            </a:extLst>
          </p:cNvPr>
          <p:cNvSpPr>
            <a:spLocks noGrp="1"/>
          </p:cNvSpPr>
          <p:nvPr/>
        </p:nvSpPr>
        <p:spPr>
          <a:xfrm>
            <a:off x="2485103" y="2233621"/>
            <a:ext cx="7772400" cy="18970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  <a:b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b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“Cyber Asset </a:t>
            </a:r>
            <a:r>
              <a:rPr lang="en-US" sz="3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Discoveru</a:t>
            </a:r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Scanner”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387B43F-2875-57B7-7572-F6F25DA898F7}"/>
              </a:ext>
            </a:extLst>
          </p:cNvPr>
          <p:cNvSpPr>
            <a:spLocks noGrp="1"/>
          </p:cNvSpPr>
          <p:nvPr/>
        </p:nvSpPr>
        <p:spPr>
          <a:xfrm>
            <a:off x="1160206" y="4377531"/>
            <a:ext cx="5211097" cy="19151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Shreedhar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Sapthasagar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USN:2VX24MC143</a:t>
            </a:r>
          </a:p>
          <a:p>
            <a:pPr algn="l"/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2" descr="Visvesvaraya Technological University - Wikipedia">
            <a:extLst>
              <a:ext uri="{FF2B5EF4-FFF2-40B4-BE49-F238E27FC236}">
                <a16:creationId xmlns:a16="http://schemas.microsoft.com/office/drawing/2014/main" id="{7E5E1A53-06DD-6977-E089-13706AC752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6587" y="880268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9335F-3A1D-5295-E658-C93BEF04BD7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23154" y="1032668"/>
            <a:ext cx="1292227" cy="114300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14CE903C-BBFC-D1C7-5CD3-06DA41103B75}"/>
              </a:ext>
            </a:extLst>
          </p:cNvPr>
          <p:cNvSpPr txBox="1">
            <a:spLocks/>
          </p:cNvSpPr>
          <p:nvPr/>
        </p:nvSpPr>
        <p:spPr>
          <a:xfrm>
            <a:off x="7216877" y="4377530"/>
            <a:ext cx="4326193" cy="25514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External Guide.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Jacob Dennis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Name: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CampusPe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ct val="20000"/>
              </a:spcBef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Kodihalli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Bengaluru, Karnataka 560008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328CB6-B254-F4E3-9022-6B731D9387A1}"/>
              </a:ext>
            </a:extLst>
          </p:cNvPr>
          <p:cNvSpPr/>
          <p:nvPr/>
        </p:nvSpPr>
        <p:spPr>
          <a:xfrm>
            <a:off x="3223392" y="1032668"/>
            <a:ext cx="6156582" cy="9541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Visvesvaraya Technological University, “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JnanaSangama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Belagavi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991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49C8-D0CE-C9CF-7CF4-E7DE048F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628" y="0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4C414-26E9-126D-82E7-3D8051BBE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643" y="1700782"/>
            <a:ext cx="10018713" cy="435133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Cyber Asset Discovery Scanner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 for managing cyber assets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servers, IP addresses, domains and systems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dashboard, search and filtering features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to give insights and recommendations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improve security and asset visibility </a:t>
            </a:r>
          </a:p>
          <a:p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825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9875D-19B3-2886-8C33-171623382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+ Tailwind UI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Boot REST APIs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PostgreSQL (Flyway migrations)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Service: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+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</a:p>
          <a:p>
            <a:pPr marL="0" indent="0">
              <a:buClr>
                <a:schemeClr val="tx1"/>
              </a:buClr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UI → Backend → Database / AI Service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50191-B890-A0DC-0ABE-182B0B12B6AA}"/>
              </a:ext>
            </a:extLst>
          </p:cNvPr>
          <p:cNvSpPr txBox="1"/>
          <p:nvPr/>
        </p:nvSpPr>
        <p:spPr>
          <a:xfrm>
            <a:off x="2753686" y="786032"/>
            <a:ext cx="6094602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ystem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</a:p>
        </p:txBody>
      </p:sp>
    </p:spTree>
    <p:extLst>
      <p:ext uri="{BB962C8B-B14F-4D97-AF65-F5344CB8AC3E}">
        <p14:creationId xmlns:p14="http://schemas.microsoft.com/office/powerpoint/2010/main" val="1628801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D4B62-00E1-CE51-7632-DBF861D77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Flow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9E329-C6E4-4C7C-40E5-42B758B81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678" y="1727303"/>
            <a:ext cx="10515600" cy="4351338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Flow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to system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dashboard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assets (Add/Edit/Delete)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&amp; filter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response panel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CSV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check</a:t>
            </a:r>
          </a:p>
        </p:txBody>
      </p:sp>
    </p:spTree>
    <p:extLst>
      <p:ext uri="{BB962C8B-B14F-4D97-AF65-F5344CB8AC3E}">
        <p14:creationId xmlns:p14="http://schemas.microsoft.com/office/powerpoint/2010/main" val="8312723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551</TotalTime>
  <Words>164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Wingdings</vt:lpstr>
      <vt:lpstr>Retrospect</vt:lpstr>
      <vt:lpstr>PowerPoint Presentation</vt:lpstr>
      <vt:lpstr>Introduction</vt:lpstr>
      <vt:lpstr>PowerPoint Presentation</vt:lpstr>
      <vt:lpstr>Demo Flow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Fakeerappa Solabannavar</dc:creator>
  <cp:lastModifiedBy>SHREEDHAR SAPTASAGAR</cp:lastModifiedBy>
  <cp:revision>39</cp:revision>
  <dcterms:created xsi:type="dcterms:W3CDTF">2026-03-25T02:52:35Z</dcterms:created>
  <dcterms:modified xsi:type="dcterms:W3CDTF">2026-05-04T13:06:11Z</dcterms:modified>
</cp:coreProperties>
</file>